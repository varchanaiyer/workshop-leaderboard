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 Research Implementation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AA"/>
                </a:solidFill>
                <a:latin typeface="Calibri"/>
              </a:defRPr>
            </a:pPr>
            <a:r>
              <a:t>From Research Question to Paper — Using AI Coding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Calibri"/>
              </a:defRPr>
            </a:pPr>
            <a:r>
              <a:t>Algoverse AI Research  |  Single Session (~3 hrs)  |  20-30 Students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You'll Build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Set up and compare 3 AI coding tools (free to paid)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Design a research benchmark AND run a prompting ablation study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Implement experimental pipelines with AI assistance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Analyze results and draft paper-ready outputs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Learn to optimize code for Lambda GPUs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You will all get DIFFERENT results — that's the 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By the end: two working research pipelines you can extend into real papers.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3 Tools We'll Use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It Works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Cursor + Gemini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$20/mo (Cursor sub)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IDE-based, inline completions, chat. Gemini is free.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Fast iteration, visual editing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Claude Code Router + Gemini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$20/mo (CC sub)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Terminal. Routes simple→Gemini, complex→Claude.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Budget-conscious, most tasks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Claude Code (direct)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$20/mo + API usage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Terminal. Claude Opus/Sonnet for everything.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Complex logic, best quality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Rule of thumb: 1-sentence task → Gemini. Paragraph-level task → Claude.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Tool Tier Strategy — When to Use What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69848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9DC76"/>
                </a:solidFill>
                <a:latin typeface="Courier New"/>
              </a:defRPr>
            </a:pPr>
            <a:r>
              <a:t>FREE (Gemini)              $20/mo (Router/Cursor)      $20+ (Claude Direct)</a:t>
            </a:r>
            <a:br/>
            <a:r>
              <a:t>  |                            |                           |</a:t>
            </a:r>
            <a:br/>
            <a:r>
              <a:t>  |- Brainstorming             |- Multi-file edits         |- Complex architecture</a:t>
            </a:r>
            <a:br/>
            <a:r>
              <a:t>  |- Boilerplate               |- Debugging                |- Plan mode</a:t>
            </a:r>
            <a:br/>
            <a:r>
              <a:t>  |- Data formatting           |- Pipeline code            |- Worktree parallelism</a:t>
            </a:r>
            <a:br/>
            <a:r>
              <a:t>  |- Simple scripts            |- Analysis code            |- Paper-quality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Start free, level up only when you need 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Setup Check (5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Everyone should have ONE of these ready: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  1. Cursor installed with Gemini model selected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  2. Claude Code installed (npm install -g @anthropic-ai/claude-code)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  3. Both (ideal)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383280"/>
            <a:ext cx="10698480" cy="201168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9DC76"/>
                </a:solidFill>
                <a:latin typeface="Courier New"/>
              </a:defRPr>
            </a:pPr>
            <a:r>
              <a:t># Claude Code test:</a:t>
            </a:r>
            <a:br/>
            <a:r>
              <a:t>claude "Say hello and tell me what model you are"</a:t>
            </a:r>
            <a:br/>
            <a:br/>
            <a:r>
              <a:t># Cursor test:</a:t>
            </a:r>
            <a:br/>
            <a:r>
              <a:t># Open a file, press Cmd+K, type "write hello world in python"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Today's Research Projects — You'll Do BOTH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Project A: BenchmarkLite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"Do LLMs give consistent answers when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  you rephrase the same question?"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• Design 20 questions + 3 paraphrases each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• Test across 2-3 models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• Measure consistency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Project B: Prompting Ablation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"Which prompting strategy works best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  for [your chosen task]?"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• Pick a task + dataset from our suggestions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• Test 4 strategies (zero-shot → CoT+SC)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• Compare accuracy across models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88720"/>
            <a:ext cx="18288" cy="4572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Both are real, publishable research directions. You'll build BOTH today.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Both Projects Teach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Research Skill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A (Benchmark)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B (Ablation)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Experiment design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Design evaluation categories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Design prompting conditions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Data curation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Create question + paraphrase sets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Pick dataset + curate examples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API integration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Call multiple LLM APIs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Call multiple LLM APIs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Statistical analysis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Consistency metrics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Accuracy comparisons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Paper writing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Tables, figures, claims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Tables, figures, claims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Example Questions for the Benchmark (Inspiration)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6128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 Question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Paraphrase 1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Paraphrase 2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Math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What is 15% of 200?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Calculate 15 percent of 200.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200 × 0.15 = ?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Logic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If all roses are flowers and some fade quickly, must some roses?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Every rose is a flower. Some flowers fade. Does it follow for roses?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All roses ⊆ flowers. Some fade. Must some roses fade?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Factual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What is the capital of Australia?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Which city serves as Australia's capital?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Name Australia's capital city.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Ethics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Is it ethical to use AI for hiring?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Should companies use AI to decide who gets hired?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Is there a moral issue with AI screening candidates?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Creative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Write a one-sentence story about a robot learning to paint.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In one sentence, tell a story of a robot discovering painting.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Compose a one-liner about an automaton taking up art.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Pick YOUR OWN categories — medical, legal, coding, history, psychology... The more varied, the better!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Example Ablation — Same Question, 4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CCDD"/>
                </a:solidFill>
                <a:latin typeface="Calibri"/>
              </a:defRPr>
            </a:pPr>
            <a:r>
              <a:t>Question: "A store sells a jacket for $120 after a 25% discount. Original price?"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645920"/>
          <a:ext cx="116128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You Send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 Model Output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Zero-shot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Just the question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"The original price was $160."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Few-shot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3 worked examples + question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"Following the pattern: $120 / 0.75 = $160."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Chain-of-Thought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Question + "Let's think step by step."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"Step 1: Sale = 75% of original. Step 2: $120 = 0.75×X. Step 3: X = $160."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CoT + Self-Consistency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Run CoT 5 times, majority vote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Runs: [$160, $160, $160, $150, $160] → Majority: $160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CoT gives reasoning paths. Self-Consistency catches errors. Your results will vary!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Suggested Datasets for the Ablation — Pick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1097280"/>
          <a:ext cx="118872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2377440"/>
                <a:gridCol w="2377440"/>
                <a:gridCol w="237744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to Load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It's Good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Math word problems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GSM8K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50-100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load_dataset("gsm8k", "main", split="test[:50]")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Clear answers, varying difficulty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Sentiment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SST-2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50-100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load_dataset("glue", "sst2", split="validation[:50]")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Binary labels, easy to score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Reading comp.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SQuAD 2.0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load_dataset("squad_v2", split="validation[:50]")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Extractive QA, gold answers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Commonsense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HellaSwag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load_dataset("hellaswag", split="validation[:50]")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Multiple choice, easy accuracy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Code gen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HumanEval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load_dataset("openai_humaneval", split="test[:20]")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Has test cases for verification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Trivia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TriviaQA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load_dataset("trivia_qa", "rc", split="val[:50]")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Short answers, exact match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4937760"/>
            <a:ext cx="7498080" cy="12801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9DC76"/>
                </a:solidFill>
                <a:latin typeface="Courier New"/>
              </a:defRPr>
            </a:pPr>
            <a:r>
              <a:t># One line to load any dataset:</a:t>
            </a:r>
            <a:br/>
            <a:r>
              <a:t>from datasets import load_dataset</a:t>
            </a:r>
            <a:br/>
            <a:r>
              <a:t>ds = load_dataset("gsm8k", "main", split="test[:50]")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  <a:latin typeface="Calibri"/>
              </a:defRPr>
            </a:pPr>
            <a:r>
              <a:t>PART 1: Plan Your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AA"/>
                </a:solidFill>
                <a:latin typeface="Calibri"/>
              </a:defRPr>
            </a:pPr>
            <a:r>
              <a:t>Research planning with AI tools (30 min)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Step 1 — Research Planning with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Cursor + Gemini (free)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Open research_plan.md, Cmd+K: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"I want to evaluate LLM consistency on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paraphrased questions. Help me design: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(1) 5 question categories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(2) how to create paraphrases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(3) what metrics to measure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(4) which models to test"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Claude Code (terminal)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In terminal: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claude "I want to run an ablation study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on prompting strategies for math using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GSM8K. Use plan mode. Help me: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(1) which strategies to compare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(2) how to load the dataset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(3) what metrics"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Plan mode = structured output!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88720"/>
            <a:ext cx="18288" cy="4572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CLAUDE.md — Your Research Lab Notebook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Before coding, create a CLAUDE.md in your project root: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10698480" cy="338328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9DC76"/>
                </a:solidFill>
                <a:latin typeface="Courier New"/>
              </a:defRPr>
            </a:pPr>
            <a:r>
              <a:t># My Research Project</a:t>
            </a:r>
            <a:br/>
            <a:br/>
            <a:r>
              <a:t>## Research Question</a:t>
            </a:r>
            <a:br/>
            <a:r>
              <a:t>[Your 1-sentence question here]</a:t>
            </a:r>
            <a:br/>
            <a:br/>
            <a:r>
              <a:t>## Experiment Plan</a:t>
            </a:r>
            <a:br/>
            <a:r>
              <a:t>- Models: [list]</a:t>
            </a:r>
            <a:br/>
            <a:r>
              <a:t>- Dataset: [description]</a:t>
            </a:r>
            <a:br/>
            <a:r>
              <a:t>- Metrics: [list]</a:t>
            </a:r>
            <a:br/>
            <a:br/>
            <a:r>
              <a:t>## Decisions Made</a:t>
            </a:r>
            <a:br/>
            <a:r>
              <a:t>- [Date]: Chose X because Y</a:t>
            </a:r>
            <a:br/>
            <a:br/>
            <a:r>
              <a:t>## Mistakes to Avoid</a:t>
            </a:r>
            <a:br/>
            <a:r>
              <a:t>- [Claude adds these as you work]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Boris Cherny (Claude Code creator): "After every correction, update CLAUDE.md so that mistake doesn't repeat."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TASK 1: Plan Both Experiments 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Part A: Benchmark Plan (5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1. Choose 5 question categories (see examples slide for inspiration)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2. Write 1 example question + 3 paraphrases for one category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3. Pick 2-3 models to test (e.g., GPT-4o, Claude Sonnet, Gemini)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4. Define your consistency metric (exact match? semantic similarity?)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Everyone's categories will differ — that's the point!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74720"/>
            <a:ext cx="10972800" cy="18288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Part B: Ablation Plan (5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1. Choose your task + dataset (see datasets slide for options)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2. Design 3-4 prompting strategies with example prompts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3. Use the same 2-3 models from Part A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4. Define your primary metric (accuracy, F1, etc.)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Everyone's task/dataset choice will differ — great for comparison!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SHARE: 3-4 students present plans. Compare the variety!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6B"/>
                </a:solidFill>
                <a:latin typeface="Calibri"/>
              </a:defRPr>
            </a:pPr>
            <a:r>
              <a:t>Common Mistakes — Task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6128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Mistake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Fix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All questions same difficulty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5 easy math Qs like '2+3=?' — all get 100% consistency, learns nothing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Mix: '2+3' AND 'integral of e^x sin(x)' in same category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Paraphrases are just synonym swaps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'What is 15% of 200?' → 'What is fifteen percent of 200?' (trivial change)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Restructure: 'If you take 15% from 200, what remains?' (different framing)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No ground truth for subjective Qs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'Is AI ethical?' — two valid but different essays score as 'inconsistent'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Define per type: exact match for math, theme overlap for ethics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Testing only 1 model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GPT-4o gets 85% consistency — is that good or bad? No way to know.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Compare GPT-4o (85%) vs Claude (72%) vs Gemini (90%) → now it means something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Metric chosen after seeing results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You pick 'semantic similarity' because it makes your numbers look better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Pre-register: 'exact match for factual, cosine sim &gt;0.8 for open-ended'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No answer normalization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'$160' vs 'The original price was $160.' flagged as mismatch (they agree!)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Strip to key answer first: both become '$160', then compare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  <a:latin typeface="Calibri"/>
              </a:defRPr>
            </a:pPr>
            <a:r>
              <a:t>PART 2: Implement Your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AA"/>
                </a:solidFill>
                <a:latin typeface="Calibri"/>
              </a:defRPr>
            </a:pPr>
            <a:r>
              <a:t>Building experimental code with AI (45 min)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Step 2 — Project Scaffolding with Claude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698480" cy="292608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9DC76"/>
                </a:solidFill>
                <a:latin typeface="Courier New"/>
              </a:defRPr>
            </a:pPr>
            <a:r>
              <a:t>claude "Create a Python project for LLM evaluation with both</a:t>
            </a:r>
            <a:br/>
            <a:r>
              <a:t>a consistency benchmark and a prompting ablation. I need:</a:t>
            </a:r>
            <a:br/>
            <a:r>
              <a:t>- data/ for prompts and responses</a:t>
            </a:r>
            <a:br/>
            <a:r>
              <a:t>- src/ with: data loading, model API calls, metrics, viz</a:t>
            </a:r>
            <a:br/>
            <a:r>
              <a:t>- benchmark_main.py and ablation_main.py</a:t>
            </a:r>
            <a:br/>
            <a:r>
              <a:t>- requirements.txt</a:t>
            </a:r>
            <a:br/>
            <a:r>
              <a:t>Set up: python benchmark_main.py --model gpt-4 --dry-run"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Starter code is provided — but try scaffolding from scratch first!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Data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Project A — Benchmark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493776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9DC76"/>
                </a:solidFill>
                <a:latin typeface="Courier New"/>
              </a:defRPr>
            </a:pPr>
            <a:r>
              <a:t># data/questions.json</a:t>
            </a:r>
            <a:br/>
            <a:r>
              <a:t>{ "id": "math_001",</a:t>
            </a:r>
            <a:br/>
            <a:r>
              <a:t>  "category": "math",</a:t>
            </a:r>
            <a:br/>
            <a:r>
              <a:t>  "original": "What is 15% of 200?",</a:t>
            </a:r>
            <a:br/>
            <a:r>
              <a:t>  "paraphrases": [</a:t>
            </a:r>
            <a:br/>
            <a:r>
              <a:t>    "Calculate 15 percent of 200.",</a:t>
            </a:r>
            <a:br/>
            <a:r>
              <a:t>    "200 times 0.15 equals what?"</a:t>
            </a:r>
            <a:br/>
            <a:r>
              <a:t>  ]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Project B — Ablation Prompts + Dataset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212080" cy="31089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9DC76"/>
                </a:solidFill>
                <a:latin typeface="Courier New"/>
              </a:defRPr>
            </a:pPr>
            <a:r>
              <a:t># src/prompts.py</a:t>
            </a:r>
            <a:br/>
            <a:r>
              <a:t>STRATEGIES = {</a:t>
            </a:r>
            <a:br/>
            <a:r>
              <a:t>  "zero_shot": "{question}",</a:t>
            </a:r>
            <a:br/>
            <a:r>
              <a:t>  "few_shot": "Ex:\n{ex}\nAnswer: {q}",</a:t>
            </a:r>
            <a:br/>
            <a:r>
              <a:t>  "cot": "{q}\nThink step by step.",</a:t>
            </a:r>
            <a:br/>
            <a:r>
              <a:t>  "cot_sc": "run 5x, majority vote"</a:t>
            </a:r>
            <a:br/>
            <a:r>
              <a:t>}</a:t>
            </a:r>
            <a:br/>
            <a:br/>
            <a:r>
              <a:t>from datasets import load_dataset</a:t>
            </a:r>
            <a:br/>
            <a:r>
              <a:t>ds = load_dataset("gsm8k", split="test[:50]")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097280"/>
            <a:ext cx="18288" cy="4572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Tool Comparison — Same Task, 3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Cursor + Gemini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 Router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 Code Direct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Generate data file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Good (Cmd+K inline)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Good (free via Gemini)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Overkill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Write API module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Best (retry + caching)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Multi-file pipeline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Best (plan mode)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Debug complex issue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Route → Claude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Best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Quick iteration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Best (IDE inline)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Fine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Demo: Watch us build the same API module in all 3 tools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TASK 2: Implement Both Pipelines (25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Part A: Benchmark Pipeline (12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1. Cursor/Gemini (5 min): Generate questions.json — 20 questions with paraphrases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2. Claude Code (5 min): Build evaluate.py — run all variants through model APIs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3. Any tool (2 min): Write metrics.py — consistency scoring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Test: python benchmark_main.py --dry-run --mock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74720"/>
            <a:ext cx="10972800" cy="18288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Part B: Ablation Pipeline (13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1. Cursor/Gemini (3 min): Load dataset + create prompt templates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2. Claude Code (7 min): Build ablation_evaluate.py — run all strategies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3. Any tool (3 min): Add accuracy scoring + statistical comparison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Test: python ablation_main.py --dry-run --mock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No API keys? Use --mock mode. Pipeline structure &gt; real results.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6B"/>
                </a:solidFill>
                <a:latin typeface="Calibri"/>
              </a:defRPr>
            </a:pPr>
            <a:r>
              <a:t>Common Mistakes — Task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6128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Mistake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Fix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Not setting temperature/seed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Run twice: GPT-4o gives 78% then 84% accuracy — which is real?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Set temperature=0: now both runs give 81%, reproducible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Few-shot examples from test set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Your 3 few-shot examples are also in your 50 eval questions → inflated score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Split: examples 1-5 for few-shot prompts, examples 6-55 for evaluation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Different token limits per strategy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CoT gets max_tokens=1000, zero-shot gets 100 — CoT wins because it can finish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Set max_tokens=500 for ALL strategies, same playing field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No rate limit handling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Script crashes at question 23/50 with '429 Too Many Requests' — lose all progress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Add: time.sleep(1) between calls + retry with backoff + save partial results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No --mock mode for testing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Debugging a JSON parsing bug costs $2 in API calls before you find the typo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Build --mock first: return 'mock answer' → test full pipeline for $0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Mixing model versions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You tested 'gpt-4o' in Jan vs Mar — OpenAI updated it, results differ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Log: model='gpt-4o-2024-11-20', timestamp='2025-03-01T10:00Z' in results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Worktree Power Move (Claude Code)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The #1 productivity unlock — run 3 parallel Claude sessions: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10698480" cy="338328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9DC76"/>
                </a:solidFill>
                <a:latin typeface="Courier New"/>
              </a:defRPr>
            </a:pPr>
            <a:r>
              <a:t># Terminal 1 — benchmark pipeline</a:t>
            </a:r>
            <a:br/>
            <a:r>
              <a:t>claude /worktree benchmark</a:t>
            </a:r>
            <a:br/>
            <a:r>
              <a:t># "Build consistency benchmark: data, evaluation, metrics"</a:t>
            </a:r>
            <a:br/>
            <a:br/>
            <a:r>
              <a:t># Terminal 2 — ablation pipeline</a:t>
            </a:r>
            <a:br/>
            <a:r>
              <a:t>claude /worktree ablation</a:t>
            </a:r>
            <a:br/>
            <a:r>
              <a:t># "Build prompting ablation: strategies, evaluation, accuracy"</a:t>
            </a:r>
            <a:br/>
            <a:br/>
            <a:r>
              <a:t># Terminal 3 — shared API module</a:t>
            </a:r>
            <a:br/>
            <a:r>
              <a:t>claude /worktree shared</a:t>
            </a:r>
            <a:br/>
            <a:r>
              <a:t># "Build shared model API module with caching and retry"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3 parallel sessions, isolated branches. Merge when done.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  <a:latin typeface="Calibri"/>
              </a:defRPr>
            </a:pPr>
            <a:r>
              <a:t>PART 3: Analyze &amp; 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AA"/>
                </a:solidFill>
                <a:latin typeface="Calibri"/>
              </a:defRPr>
            </a:pPr>
            <a:r>
              <a:t>From results to paper-ready outputs (30 min)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Step 3 — Results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698480" cy="21945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9DC76"/>
                </a:solidFill>
                <a:latin typeface="Courier New"/>
              </a:defRPr>
            </a:pPr>
            <a:r>
              <a:t>claude "Read results from both experiments.</a:t>
            </a:r>
            <a:br/>
            <a:r>
              <a:t>Benchmark: generate model x category consistency matrix.</a:t>
            </a:r>
            <a:br/>
            <a:r>
              <a:t>Ablation: generate strategy x model accuracy table.</a:t>
            </a:r>
            <a:br/>
            <a:r>
              <a:t>Create a bar chart for each. Run significance tests.</a:t>
            </a:r>
            <a:br/>
            <a:r>
              <a:t>Save figures to figures/ and summary to results/analysis.md"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Cursor alternative: open results JSON, highlight it, ask Gemini to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"create a pandas analysis script that generates tables and plots."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"Grill Me" Pattern — AI as Reviewer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The most underused technique. Before writing your paper: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1069848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9DC76"/>
                </a:solidFill>
                <a:latin typeface="Courier New"/>
              </a:defRPr>
            </a:pPr>
            <a:r>
              <a:t>claude "Review my results in results/analysis.md. Be harsh.</a:t>
            </a:r>
            <a:br/>
            <a:r>
              <a:t>1. Do claims match the numbers in the tables?</a:t>
            </a:r>
            <a:br/>
            <a:r>
              <a:t>2. Statistical claims without significance tests?</a:t>
            </a:r>
            <a:br/>
            <a:r>
              <a:t>3. Anything misleading or cherry-picked?</a:t>
            </a:r>
            <a:br/>
            <a:r>
              <a:t>4. Biggest limitations I'm not acknowledging?</a:t>
            </a:r>
            <a:br/>
            <a:br/>
            <a:r>
              <a:t>Grill me and don't let me write the paper until I pass."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Forces critical thinking — exactly what a real reviewer will do.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TASK 3: Analyze Both &amp; Compare 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Part A: Benchmark Analysis (7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1. Generate consistency matrix (Model × Category)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2. Create a grouped bar chart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3. Write 2-sentence finding: What did you find? Was it expected?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74720"/>
            <a:ext cx="10972800" cy="18288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Part B: Ablation Analysis (8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1. Generate accuracy table (Strategy × Model)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2. Create a grouped bar chart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3. Write 2-sentence finding: Which strategy won? By how much?</a:t>
            </a: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Combined: Do benchmark + ablation results tell a related story?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SHARE: 3-4 students present. Did anyone get opposite results? That's research!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6B"/>
                </a:solidFill>
                <a:latin typeface="Calibri"/>
              </a:defRPr>
            </a:pPr>
            <a:r>
              <a:t>Common Mistakes — Task 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6128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Mistake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Fix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No error bars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Report 'CoT accuracy: 78%' — but across 50 Qs, 95% CI is [65%, 91%]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Always: '78% (±13%, n=50)' — shows the uncertainty honestly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Cherry-picking results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CoT wins on math (85%) but loses on sentiment (40%) — you only show math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Report ALL: 'CoT wins on math (+15%) but hurts sentiment (-10%)'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Claims don't match numbers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'CoT significantly outperforms zero-shot' but scores are 78% vs 76% (p=0.42)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Grill Me check: 'Is 2% with p=0.42 significant? No. Rephrase the claim.'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Y-axis manipulation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Bar chart Y-axis from 75% to 85% — makes 3% gap look like 10x difference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Start Y-axis at 0, or add a note: 'Note: Y-axis starts at 75%'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No combined insight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Two separate findings but no connection between benchmark + ablation results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'Models inconsistent on ethics also gain most from CoT on ethics' → real insight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Overgeneralizing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'LLMs are unreliable' from testing 2 models on 50 math questions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'GPT-4o and Claude show 72-85% consistency on math paraphrases (n=50)'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  <a:latin typeface="Calibri"/>
              </a:defRPr>
            </a:pPr>
            <a:r>
              <a:t>PART 4: Lambda GPU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AA"/>
                </a:solidFill>
                <a:latin typeface="Calibri"/>
              </a:defRPr>
            </a:pPr>
            <a:r>
              <a:t>Making your code fast and cost-efficient (25 min)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Why Lambda GPUs?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Research beyond API calls needs GPUs: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  • Fine-tuning models (LoRA, full fine-tune)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  • Running local open-source models (Llama, Mistral)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  • Large-scale inference for benchmarks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  • Training from scratch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Lambda gives you cloud GPUs on demand.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But GPU time = money. Every wasted minute costs real dollars.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Rule #1: Always nvidia-smi first. 0% GPU during training = something is wrong.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Optimization 1: Don't Waste GPU on Data Loading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698480" cy="338328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9DC76"/>
                </a:solidFill>
                <a:latin typeface="Courier New"/>
              </a:defRPr>
            </a:pPr>
            <a:r>
              <a:t># BAD — GPU sits idle waiting for data</a:t>
            </a:r>
            <a:br/>
            <a:r>
              <a:t>train_loader = DataLoader(dataset, batch_size=32)</a:t>
            </a:r>
            <a:br/>
            <a:br/>
            <a:r>
              <a:t># GOOD — parallel data loading, GPU never waits</a:t>
            </a:r>
            <a:br/>
            <a:r>
              <a:t>train_loader = DataLoader(</a:t>
            </a:r>
            <a:br/>
            <a:r>
              <a:t>    dataset, batch_size=32,</a:t>
            </a:r>
            <a:br/>
            <a:r>
              <a:t>    num_workers=4,          # parallel CPU workers</a:t>
            </a:r>
            <a:br/>
            <a:r>
              <a:t>    pin_memory=True,        # faster CPU-&gt;GPU transfer</a:t>
            </a:r>
            <a:br/>
            <a:r>
              <a:t>    prefetch_factor=2       # pre-load next batches</a:t>
            </a:r>
            <a:br/>
            <a: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Impact: 2-5x speedup for data-heavy workloads.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Optimization 2: Mixed Precision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698480" cy="338328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9DC76"/>
                </a:solidFill>
                <a:latin typeface="Courier New"/>
              </a:defRPr>
            </a:pPr>
            <a:r>
              <a:t># BAD — full FP32, uses 2x memory, slower</a:t>
            </a:r>
            <a:br/>
            <a:r>
              <a:t>loss = model(batch); loss.backward()</a:t>
            </a:r>
            <a:br/>
            <a:br/>
            <a:r>
              <a:t># GOOD — mixed precision, half memory, 2-3x faster</a:t>
            </a:r>
            <a:br/>
            <a:r>
              <a:t>from torch.amp import autocast, GradScaler</a:t>
            </a:r>
            <a:br/>
            <a:br/>
            <a:r>
              <a:t>scaler = GradScaler()</a:t>
            </a:r>
            <a:br/>
            <a:r>
              <a:t>with autocast(device_type='cuda'):    # FP16 forward</a:t>
            </a:r>
            <a:br/>
            <a:r>
              <a:t>    loss = model(batch)</a:t>
            </a:r>
            <a:br/>
            <a:r>
              <a:t>scaler.scale(loss).backward()          # scaled backward</a:t>
            </a:r>
            <a:br/>
            <a:r>
              <a:t>scaler.step(optimizer); scaler.update()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Impact: 2x larger batches, 2-3x faster on A100/H100.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Optimization 3: Batch Your Inference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698480" cy="338328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9DC76"/>
                </a:solidFill>
                <a:latin typeface="Courier New"/>
              </a:defRPr>
            </a:pPr>
            <a:r>
              <a:t># BAD — one prompt at a time (GPU 5% utilized)</a:t>
            </a:r>
            <a:br/>
            <a:r>
              <a:t>for prompt in prompts:</a:t>
            </a:r>
            <a:br/>
            <a:r>
              <a:t>    result = model.generate(prompt)</a:t>
            </a:r>
            <a:br/>
            <a:br/>
            <a:r>
              <a:t># GOOD — batch inference (GPU 90%+ utilized)</a:t>
            </a:r>
            <a:br/>
            <a:r>
              <a:t>prompt_loader = DataLoader(prompts, batch_size=16)</a:t>
            </a:r>
            <a:br/>
            <a:r>
              <a:t>for batch in prompt_loader:</a:t>
            </a:r>
            <a:br/>
            <a:r>
              <a:t>    tok = tokenizer(batch, padding=True, return_tensors='pt').to('cuda')</a:t>
            </a:r>
            <a:br/>
            <a:r>
              <a:t>    outputs = model.generate(**tok)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Impact: 10-20x faster for inference/evaluation workloads.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Optimization 4: Monitor and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GPU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Always watch GPU utilization: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  watch -n 1 nvidia-smi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If util &lt; 50%: STOP and fix.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  • Increase batch size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  • Add num_workers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  <a:latin typeface="Calibri"/>
              </a:defRPr>
            </a:pPr>
            <a:r>
              <a:t>  • Check CPU bottlenecks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Checkpointing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212080" cy="338328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9DC76"/>
                </a:solidFill>
                <a:latin typeface="Courier New"/>
              </a:defRPr>
            </a:pPr>
            <a:r>
              <a:t># Save every epoch</a:t>
            </a:r>
            <a:br/>
            <a:r>
              <a:t>torch.save({</a:t>
            </a:r>
            <a:br/>
            <a:r>
              <a:t>    "epoch": epoch,</a:t>
            </a:r>
            <a:br/>
            <a:r>
              <a:t>    "model": model.state_dict(),</a:t>
            </a:r>
            <a:br/>
            <a:r>
              <a:t>    "optim": optimizer.state_dict(),</a:t>
            </a:r>
            <a:br/>
            <a:r>
              <a:t>}, f"ckpt_{epoch}.pt")</a:t>
            </a:r>
            <a:br/>
            <a:br/>
            <a:r>
              <a:t># Resume:</a:t>
            </a:r>
            <a:br/>
            <a:r>
              <a:t>ckpt = torch.load("ckpt_5.pt")</a:t>
            </a:r>
            <a:br/>
            <a:r>
              <a:t>model.load_state_dict(ckpt["model"])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097280"/>
            <a:ext cx="18288" cy="4572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Lambda Cost Cheat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GPU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$/hr (on-demand)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$/hr (spot)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A10 (24GB)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~$0.75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~$0.30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Small inference, fine-tuning ≤7B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A100 (80GB)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~$1.50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~$0.60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Training 7B-13B, large batch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H100 (80GB)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~$2.50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~$1.00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Training 13B+, fastest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Budget rules: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  1. Develop locally first. GPU only when code is tested.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  2. Spot instances (3-5x cheaper) + checkpointing.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  3. nvidia-smi every time — util &lt; 50% = stop and optimize.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  4. Set a Lambda budget alert.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TASK 4: Fix the Slow Training Script (10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slow_train.py has at least 7 performance problems. Find them all.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0698480" cy="246888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9DC76"/>
                </a:solidFill>
                <a:latin typeface="Courier New"/>
              </a:defRPr>
            </a:pPr>
            <a:r>
              <a:t># Processes ONE sample at a time — find all issues:</a:t>
            </a:r>
            <a:br/>
            <a:r>
              <a:t>for i in range(len(texts)):</a:t>
            </a:r>
            <a:br/>
            <a:r>
              <a:t>    inputs = tokenizer(texts[i], return_tensors='pt').to('cuda')</a:t>
            </a:r>
            <a:br/>
            <a:r>
              <a:t>    outputs = model(**inputs, labels=torch.tensor([labels[i]]).to('cuda'))</a:t>
            </a:r>
            <a:br/>
            <a:r>
              <a:t>    outputs.loss.backward()</a:t>
            </a:r>
            <a:br/>
            <a:r>
              <a:t>    optimizer.step()</a:t>
            </a:r>
            <a:br/>
            <a:r>
              <a:t>    optimizer.zero_grad()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Prompt: "This script has at least 7 performance problems. Find and fix them all."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6B"/>
                </a:solidFill>
                <a:latin typeface="Calibri"/>
              </a:defRPr>
            </a:pPr>
            <a:r>
              <a:t>Common Mistakes — Task 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6128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Mistake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Fix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Batch size = 1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for i in range(len(texts)): model(texts[i]) — nvidia-smi shows GPU 5%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DataLoader(dataset, batch_size=32) — GPU jumps to 85%+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num_workers=0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DataLoader(ds, batch_size=32) — GPU waits 0.5s per batch for CPU to load data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DataLoader(ds, batch_size=32, num_workers=4, pin_memory=True) — no wait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No mixed precision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A100 runs FP32: 8GB model, batch=16, 45 min/epoch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Add autocast + GradScaler: 4GB model, batch=32, 15 min/epoch (3x faster)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.item()/.cpu() in loop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loss_sum += loss.item()  # every step forces GPU→CPU sync, kills pipeline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loss_sum += loss.detach()  # log every 100 steps: if step % 100: print(loss_sum.item())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Forgetting model.eval()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Inference with dropout active: accuracy varies 60-75% across runs (should be 72%)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model.eval() + with torch.no_grad(): → stable 72%, also 30% faster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No checkpointing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Spot instance dies at epoch 8/10 after 6 hours ($9 wasted), start over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torch.save(ckpt, f'ckpt_{epoch}.pt') every epoch → resume from epoch 8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  <a:latin typeface="Calibri"/>
              </a:defRPr>
            </a:pPr>
            <a:r>
              <a:t>PART 5: Wrap-Up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AA"/>
                </a:solidFill>
                <a:latin typeface="Calibri"/>
              </a:defRPr>
            </a:pPr>
            <a:r>
              <a:t>Your toolkit going forward (10 min)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Tool Decision Matrix — Your Cheat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Cursor + Gemini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 Router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 Code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Brainstorm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Good (free)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Overkill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Boilerplate code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Great (inline)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Good (free)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Overkill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Experiment plan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Best (plan mode!)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Multi-file pipeline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Best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Debug complex issue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Route → Claude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Best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Data formatting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Best (IDE)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Good (free)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Fine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Figures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Review paper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Route → Claude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Best (grill!)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Parallel work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Worktrees!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Worktrees!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CLAUDE.md Habits Going Forward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For every research project: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1. Start with CLAUDE.md — define question, plan, and metrics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2. Update after every correction — build institutional memory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3. Add verification steps — tests that confirm output format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4. Use plan mode for architecture — don't code without a plan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5. Grill yourself — "Review my claims against my data. Be harsh."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This separates students who use AI as a crutch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from researchers who use AI as a force multiplier.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Next Steps for Your Algoverse Research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Today: You built TWO experiment pipelines in ~3 hours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This week: Expand them — more questions, more models, more analysis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Before your deadline: Use the 'grill me' pattern to self-review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When submitting: Your CLAUDE.md becomes your reproducibility notes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Upcoming deadlines: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  • ACL 2026 workshops (March–April deadlines)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  • ICML 2026</a:t>
            </a:r>
          </a:p>
          <a:p>
            <a:pPr>
              <a:spcAft>
                <a:spcPts val="800"/>
              </a:spcAft>
              <a:defRPr sz="1600">
                <a:solidFill>
                  <a:srgbClr val="CCCCDD"/>
                </a:solidFill>
                <a:latin typeface="Calibri"/>
              </a:defRPr>
            </a:pPr>
            <a:r>
              <a:t>  • Check Conference Submissions tracker for your team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Resource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Link</a:t>
                      </a:r>
                    </a:p>
                  </a:txBody>
                  <a:tcPr>
                    <a:solidFill>
                      <a:srgbClr val="2D2B5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Claude Code docs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docs.anthropic.com/en/docs/claude-code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Claude Code tips (Boris Cherny)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x.com/bcherny/status/2017742741636321619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Cursor docs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docs.cursor.com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Lambda GPU guide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docs.lambdalabs.com</a:t>
                      </a:r>
                    </a:p>
                  </a:txBody>
                  <a:tcPr>
                    <a:solidFill>
                      <a:srgbClr val="1C1C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Algoverse Conference Tracker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(internal Airtable)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Now Go Build Something.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AA"/>
                </a:solidFill>
                <a:latin typeface="Calibri"/>
              </a:defRPr>
            </a:pPr>
            <a:r>
              <a:t>Two research pipelines ready. Expand them, run real experiments, publish.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Calibri"/>
              </a:defRPr>
            </a:pPr>
            <a:r>
              <a:t>Algoverse AI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